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finding routes on a campus map using four graph-search algorithms.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Inputs, outputs, constraints and 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path-finding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Measurable objectives tied to the DAA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 searches and their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from problem to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each one was chosen.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Dijkstra, then show how A* differs.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User, processing, algorithm and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code, standard library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Input, processing, output,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Averages over 7 random campuses per size; far-corner query; fastest of 3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locations, E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D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  |  5th Semester  |  Mini Project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Navigation and Path-Finding System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9CD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between campus locations with BFS, DFS, Dijkstra and A*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66344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No: [____]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[Name – Enrollment No.]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– Enrollment No.]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– Enrollment No.]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[Faculty Name]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flipV="1">
            <a:off x="8595360" y="1920240"/>
            <a:ext cx="914400" cy="1005840"/>
          </a:xfrm>
          <a:prstGeom prst="line">
            <a:avLst/>
          </a:prstGeom>
          <a:noFill/>
          <a:ln w="50800">
            <a:solidFill>
              <a:srgbClr val="1BAF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0" y="1920240"/>
            <a:ext cx="1188720" cy="457200"/>
          </a:xfrm>
          <a:prstGeom prst="line">
            <a:avLst/>
          </a:prstGeom>
          <a:noFill/>
          <a:ln w="50800">
            <a:solidFill>
              <a:srgbClr val="1BAF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0" y="2377440"/>
            <a:ext cx="182880" cy="1371600"/>
          </a:xfrm>
          <a:prstGeom prst="line">
            <a:avLst/>
          </a:prstGeom>
          <a:noFill/>
          <a:ln w="50800">
            <a:solidFill>
              <a:srgbClr val="1BAF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2926080"/>
            <a:ext cx="1097280" cy="1280160"/>
          </a:xfrm>
          <a:prstGeom prst="line">
            <a:avLst/>
          </a:prstGeom>
          <a:noFill/>
          <a:ln w="19050">
            <a:solidFill>
              <a:srgbClr val="5F8A7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692640" y="3749040"/>
            <a:ext cx="1188720" cy="457200"/>
          </a:xfrm>
          <a:prstGeom prst="line">
            <a:avLst/>
          </a:prstGeom>
          <a:noFill/>
          <a:ln w="19050">
            <a:solidFill>
              <a:srgbClr val="5F8A7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8869680" y="4206240"/>
            <a:ext cx="822960" cy="914400"/>
          </a:xfrm>
          <a:prstGeom prst="line">
            <a:avLst/>
          </a:prstGeom>
          <a:noFill/>
          <a:ln w="19050">
            <a:solidFill>
              <a:srgbClr val="5F8A7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9328" y="2670048"/>
            <a:ext cx="512064" cy="512064"/>
          </a:xfrm>
          <a:prstGeom prst="ellipse">
            <a:avLst/>
          </a:prstGeom>
          <a:solidFill>
            <a:srgbClr val="1D2A2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53728" y="1664208"/>
            <a:ext cx="512064" cy="512064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42448" y="2121408"/>
            <a:ext cx="512064" cy="512064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25328" y="3493008"/>
            <a:ext cx="512064" cy="512064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36608" y="3950208"/>
            <a:ext cx="512064" cy="512064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13648" y="4864608"/>
            <a:ext cx="512064" cy="512064"/>
          </a:xfrm>
          <a:prstGeom prst="ellipse">
            <a:avLst/>
          </a:prstGeom>
          <a:solidFill>
            <a:srgbClr val="D9342B"/>
          </a:solidFill>
          <a:ln w="190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campus locations as a weighted graph and find routes between two locations with BFS, DFS, Dijkstra and A*, then compare the algorithms on route quality and performance.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331720"/>
            <a:ext cx="5440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718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graph (locations with x, y in metres; walking paths with lengths), start and destination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72200" y="2331720"/>
            <a:ext cx="5440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4652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29718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distance (m), hops, places explored, peak queue size and time for each algorithm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4389120"/>
            <a:ext cx="5440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296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029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 graph; path lengths positive and never shorter than the straight line; destination may be unreachable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72200" y="4389120"/>
            <a:ext cx="5440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4652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5029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shortest walking route and show how the four algorithms differ in quality and cost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and Real-World Application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40080" y="1463040"/>
            <a:ext cx="731520" cy="731520"/>
          </a:xfrm>
          <a:prstGeom prst="ellipse">
            <a:avLst/>
          </a:prstGeom>
          <a:solidFill>
            <a:srgbClr val="1F6B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365760" cy="3657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645920" y="13258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is used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1645920" y="1783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and navigation apps, delivery routing, game AI, robotics, indoor wayfinding in campuses, hospitals and malls.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1F6B4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608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45920" y="2606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1645920" y="30632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students and visitors lose time on large campuses; a good route saves walking distance.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1F6B4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0624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45920" y="3886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</a:t>
            </a:r>
            <a:endParaRPr lang="en-US" sz="2000" dirty="0"/>
          </a:p>
        </p:txBody>
      </p:sp>
      <p:sp>
        <p:nvSpPr>
          <p:cNvPr id="15" name="Text 9"/>
          <p:cNvSpPr txBox="1"/>
          <p:nvPr/>
        </p:nvSpPr>
        <p:spPr>
          <a:xfrm>
            <a:off x="1645920" y="43434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visitors, event organisers and campus administrators planning signage and shuttles.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1F6B4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48640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45920" y="51663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suits DAA</a:t>
            </a:r>
            <a:endParaRPr lang="en-US" sz="2000" dirty="0"/>
          </a:p>
        </p:txBody>
      </p:sp>
      <p:sp>
        <p:nvSpPr>
          <p:cNvPr id="19" name="Text 12"/>
          <p:cNvSpPr txBox="1"/>
          <p:nvPr/>
        </p:nvSpPr>
        <p:spPr>
          <a:xfrm>
            <a:off x="1645920" y="56235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problem, four algorithms with different guarantees and costs: a clean case for complexity and experiments.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440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55448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campus as a weighted graph using an adjacency list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440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1783080"/>
            <a:ext cx="594360" cy="59436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4652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269480" y="155448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BFS, DFS, Dijkstra and A* from scratch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017520"/>
            <a:ext cx="5440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22960" y="3429000"/>
            <a:ext cx="594360" cy="5943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320040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correctness with 17 automated tests, including all-pairs checks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72200" y="3017520"/>
            <a:ext cx="5440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46520" y="3429000"/>
            <a:ext cx="594360" cy="59436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4652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269480" y="320040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routes and explored places in a web interface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4663440"/>
            <a:ext cx="5440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2960" y="5074920"/>
            <a:ext cx="594360" cy="5943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2960" y="5074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1645920" y="484632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best, average and worst-case time and space complexity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72200" y="4663440"/>
            <a:ext cx="5440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46520" y="5074920"/>
            <a:ext cx="594360" cy="59436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46520" y="5074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7269480" y="484632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theory with measurements for 25 to 2,500 locations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Approach and Background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44068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approach: BFS and DFS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BFS: fewest hops, but ignores distance in metres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DFS: finds some route, often long and winding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guarantees the shortest walking distance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explore blindly, with no sense of direction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0" y="1371600"/>
            <a:ext cx="5440680" cy="4480560"/>
          </a:xfrm>
          <a:prstGeom prst="rect">
            <a:avLst/>
          </a:prstGeom>
          <a:solidFill>
            <a:srgbClr val="14503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9224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for the proposed approach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21945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Dijkstra: always expands the nearest place, guaranteeing the shortest route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A*: adds a straight-line estimate to head toward the goal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all four to see the trade-off between route quality and work done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4864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14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routing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999232" y="210312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38328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2514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and generated campuses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833872" y="210312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21792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2514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BFS, DFS, Dijkstra, A*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668512" y="210312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05256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189720" y="2514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and complexity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370332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54864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4754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Flask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999232" y="434340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8" name="Shape 25"/>
          <p:cNvSpPr/>
          <p:nvPr/>
        </p:nvSpPr>
        <p:spPr>
          <a:xfrm>
            <a:off x="3383280" y="370332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338328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3474720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3520440" y="4754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tests, 25–2,500 places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833872" y="434340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3" name="Shape 30"/>
          <p:cNvSpPr/>
          <p:nvPr/>
        </p:nvSpPr>
        <p:spPr>
          <a:xfrm>
            <a:off x="6217920" y="370332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21792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35" name="Text 32"/>
          <p:cNvSpPr txBox="1"/>
          <p:nvPr/>
        </p:nvSpPr>
        <p:spPr>
          <a:xfrm>
            <a:off x="6309360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6355080" y="4754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work, time, memory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668512" y="434340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8" name="Shape 35"/>
          <p:cNvSpPr/>
          <p:nvPr/>
        </p:nvSpPr>
        <p:spPr>
          <a:xfrm>
            <a:off x="9052560" y="370332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1F6B4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905256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40" name="Text 37"/>
          <p:cNvSpPr txBox="1"/>
          <p:nvPr/>
        </p:nvSpPr>
        <p:spPr>
          <a:xfrm>
            <a:off x="9144000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9189720" y="4754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charts, 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Used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9184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idea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selected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 level by level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Fewest hops; simplest 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(deque), parent map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deep, then backtrack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any route; shows no optimality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(list), visited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 nearest place first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Guaranteed shortest distance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Min-heap (heapq), distance map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 + straight-line estimate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guarantee, fewer places explored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Min-heap on g + 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/ Pseudocode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6035040" cy="4206240"/>
          </a:xfrm>
          <a:prstGeom prst="rect">
            <a:avLst/>
          </a:prstGeom>
          <a:solidFill>
            <a:srgbClr val="1B2420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13716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783080"/>
            <a:ext cx="55778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dist[start] &lt;- 0; heap &lt;- [(0, start)]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heap not empty: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(d, u) &lt;- pop smallest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u done: continue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mark u done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u = goal: stop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(v, w) in neighbours(u):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d + w &lt; dist[v]: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dist[v] &lt;- d + 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parent[v] &lt;- 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push (d + w, v)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812280" y="1280160"/>
            <a:ext cx="4846320" cy="4206240"/>
          </a:xfrm>
          <a:prstGeom prst="rect">
            <a:avLst/>
          </a:prstGeom>
          <a:solidFill>
            <a:srgbClr val="1B2420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04088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/ DFS / A*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1783080"/>
            <a:ext cx="43891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 : queue (FIFO), first seen = parent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DFS : stack (LIFO), go deepest first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A*  : same as Dijkstra, heap key 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f(v) = g(v) + h(v)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 = straight-line distance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 the destination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 follow parent[] from goal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back to start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BFS, DFS: O(V+E)    |    Dijkstra, A*: O((V+E) log V)    |    Space: O(V)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/ Architecture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8580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432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Browser: pick map, start and destination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090672" y="301752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3383280" y="19202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52044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API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27432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/api/network, /api/route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925312" y="301752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6217920" y="19202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14503A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35508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27432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C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BFS, DFS, Dijkstra, A*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C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CampusGraph (adjacency list)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759952" y="301752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9052560" y="19202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1897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9235440" y="27432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on SVG map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table, benchmark page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data/campus.json (24 places, 41 paths) and generated campuses of 25–400 places for the app, up to 2,500 for benchmarks.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4406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and tools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574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 Standard library (deque, heapq, time, tracemalloc); Flask web app; pytest; matplotlib for charts.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72200" y="1371600"/>
            <a:ext cx="54406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4652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modules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20574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graph/graph.py, graph/data.py, algorithms/ (one file per algorithm), app.py, benchmarking/benchmark.py, tests/.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3657600"/>
            <a:ext cx="54406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22960" y="3840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3434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 (dict of lists), deque for BFS, list as stack for DFS, binary min-heap for Dijkstra and A*, dicts and sets for parent and visited.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72200" y="3657600"/>
            <a:ext cx="54406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446520" y="3840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check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43434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add_path rejects a path shorter than the straight line, so the A* estimate never over-estimates and A* stays optimal.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Screenshots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54406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../screenshots/01_input_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9428" y="1252728"/>
            <a:ext cx="3499104" cy="224942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358444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screen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6172200" y="1188720"/>
            <a:ext cx="54406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../screenshots/03_astar_explo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596" y="1252728"/>
            <a:ext cx="3209887" cy="224942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172200" y="358444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Processing: places explored by A*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548640" y="3840480"/>
            <a:ext cx="54406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crop_outp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973" y="3904488"/>
            <a:ext cx="3118013" cy="224942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48640" y="623620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all four routes and comparison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6172200" y="3840480"/>
            <a:ext cx="54406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crop_per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988" y="3904488"/>
            <a:ext cx="3499104" cy="224942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172200" y="623620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 page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Measured Comparison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309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280160"/>
                <a:gridCol w="1188720"/>
                <a:gridCol w="128016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(m)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3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9436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are requested locations (generated campuses keep the biggest connected part, so actual counts are 1–2 lower). Also tested: 100 and 900, and all 552 trips on the sample campus (see report).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7086600" y="1234440"/>
            <a:ext cx="45720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../results/performance_n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0" y="1280160"/>
            <a:ext cx="3810000" cy="22860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086600" y="3794760"/>
            <a:ext cx="45720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../results/performance_dis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3840480"/>
            <a:ext cx="3810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Analysis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3108960"/>
                <a:gridCol w="292608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0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O(V+E)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O(V+E)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O(V+E)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O(V+E)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O((V+E) log 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O((V+E) log 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Dijkstra in practice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O((V+E) log 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3749040"/>
            <a:ext cx="110642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822960" y="384048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vs practice 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grows roughly in step with V+E for all four. A* explored 20% fewer places than Dijkstra at 2,500 locations and 27% fewer at 400, with identical routes.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Python, though, A* was not faster at large sizes (4.62 vs 3.77 ms): the heuristic and a larger heap cost extra. DFS was fastest (0.08 ms) but its routes were 1.4x longer; BFS routes were 6% longer.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Advantages, Limitations and Future Scope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56616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22960" y="1600200"/>
            <a:ext cx="594360" cy="594360"/>
          </a:xfrm>
          <a:prstGeom prst="ellipse">
            <a:avLst/>
          </a:prstGeom>
          <a:solidFill>
            <a:srgbClr val="1F6B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748790"/>
            <a:ext cx="297180" cy="2971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42316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readable code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algorithms, same inputs and metrics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Floyd–Warshall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view of explored places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297680" y="1371600"/>
            <a:ext cx="356616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572000" y="1600200"/>
            <a:ext cx="594360" cy="594360"/>
          </a:xfrm>
          <a:prstGeom prst="ellipse">
            <a:avLst/>
          </a:prstGeom>
          <a:solidFill>
            <a:srgbClr val="EB683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590" y="1748790"/>
            <a:ext cx="297180" cy="2971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0352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4572000" y="242316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sample campus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is the only cost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timings, not production speed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start and one destination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046720" y="1371600"/>
            <a:ext cx="356616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321040" y="1600200"/>
            <a:ext cx="594360" cy="594360"/>
          </a:xfrm>
          <a:prstGeom prst="ellipse">
            <a:avLst/>
          </a:prstGeom>
          <a:solidFill>
            <a:srgbClr val="1450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630" y="1748790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5256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8321040" y="242316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campus map data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and crowd-aware costs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search, landmarks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Multi-stop trips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5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References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modelled as a weighted graph; four algorithms implemented and tested.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Dijkstra and A* guarantee the shortest route; BFS minimises hops, DFS finds any route.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explored 20–27% fewer places on larger campuses with identical routes.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agree with O(V+E) and O((V+E) log V) theory.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0" y="1371600"/>
            <a:ext cx="5257800" cy="4572000"/>
          </a:xfrm>
          <a:prstGeom prst="rect">
            <a:avLst/>
          </a:prstGeom>
          <a:solidFill>
            <a:srgbClr val="1D60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01168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(1959). A note on two problems in connexion with graphs. Numerische Mathematik 1.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Hart, Nilsson, Raphael (1968). A formal basis for the heuristic determination of minimum cost paths. IEEE SSC 4(2).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Cormen, Leiserson, Rivest, Stein. Introduction to Algorithms. MIT Press.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Flask, pytest, matplotlib documentation. No external datasets.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Navigation and Path-Finding System</dc:title>
  <dc:subject>PptxGenJS Presentation</dc:subject>
  <dc:creator>PptxGenJS</dc:creator>
  <cp:lastModifiedBy>PptxGenJS</cp:lastModifiedBy>
  <cp:revision>1</cp:revision>
  <dcterms:created xsi:type="dcterms:W3CDTF">2026-10-21T01:46:35Z</dcterms:created>
  <dcterms:modified xsi:type="dcterms:W3CDTF">2026-10-21T01:46:35Z</dcterms:modified>
</cp:coreProperties>
</file>